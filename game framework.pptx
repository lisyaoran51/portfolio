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3"/>
  </p:normalViewPr>
  <p:slideViewPr>
    <p:cSldViewPr snapToGrid="0">
      <p:cViewPr varScale="1">
        <p:scale>
          <a:sx n="115" d="100"/>
          <a:sy n="115" d="100"/>
        </p:scale>
        <p:origin x="10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32936-95DD-0AA2-04A7-8D0C079C70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AB36DE-06B9-7B7A-528F-9AEB1CE8EA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C2933-6FAB-2732-1D56-1A30975D7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6AEFD-EA4A-DD46-A038-CA94F0CCB1AE}" type="datetimeFigureOut">
              <a:rPr lang="en-TW" smtClean="0"/>
              <a:t>2026/2/23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8AADF-02E8-432A-0146-42EE0202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FB9FF-8357-666B-005E-482755B07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86469-CDB4-2645-AB4F-BBC20445BFE9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933157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50BEA-92E9-EC3B-C917-805CAD8C4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2295F-9CD5-7F40-B0AC-CA0EAF317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CEF44-CFB1-EFA9-ED20-5AECF769E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6AEFD-EA4A-DD46-A038-CA94F0CCB1AE}" type="datetimeFigureOut">
              <a:rPr lang="en-TW" smtClean="0"/>
              <a:t>2026/2/23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D4902-35F8-B9B1-376C-DA4CBBFA5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36696-BDD7-6C37-C309-33062C8B2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86469-CDB4-2645-AB4F-BBC20445BFE9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317863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B5FD1-DF89-0C10-972E-B0DE9F6FF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E9A88-6251-C7A5-8257-8EF32F4A2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9E99A-1C9B-0778-5AEC-15840CDE3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6AEFD-EA4A-DD46-A038-CA94F0CCB1AE}" type="datetimeFigureOut">
              <a:rPr lang="en-TW" smtClean="0"/>
              <a:t>2026/2/23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01893-F21E-2D66-60E1-4D468367B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B3CC-A01F-1459-AE88-2BAD8C33F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86469-CDB4-2645-AB4F-BBC20445BFE9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682519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EC96F-8A69-48C7-01A6-54272C688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E1BC8-6F98-9185-3032-FD75CCC618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F48C40-8D09-B0B8-9182-BEED482414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4644A-2A1B-A0DC-10F4-091EE71EC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6AEFD-EA4A-DD46-A038-CA94F0CCB1AE}" type="datetimeFigureOut">
              <a:rPr lang="en-TW" smtClean="0"/>
              <a:t>2026/2/23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9B359D-9667-816E-C9E8-0A1346BFD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102A79-FB77-C092-FFD1-80C725705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86469-CDB4-2645-AB4F-BBC20445BFE9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565356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40E16-30F4-B49F-C60C-890F00061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BCC60-9F97-8322-27E2-48C7AB3E1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9AA86C-5971-4FCA-5A5A-3A2FB63B12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03F9BB-6BA2-F414-62DA-F7B9B8102D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5BBFB1-339C-94C1-9517-D750C1370E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B9C479-8FF4-12A8-0AED-93F44755F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6AEFD-EA4A-DD46-A038-CA94F0CCB1AE}" type="datetimeFigureOut">
              <a:rPr lang="en-TW" smtClean="0"/>
              <a:t>2026/2/23</a:t>
            </a:fld>
            <a:endParaRPr lang="en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A5CA19-E527-E4DB-6AAD-88F87846D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D1523A-7478-BA99-855A-876C4E6CE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86469-CDB4-2645-AB4F-BBC20445BFE9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52979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7248D-5A10-759A-DA87-8D904DE92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C04E7D-92A7-682E-F9EA-08AA253A3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6AEFD-EA4A-DD46-A038-CA94F0CCB1AE}" type="datetimeFigureOut">
              <a:rPr lang="en-TW" smtClean="0"/>
              <a:t>2026/2/23</a:t>
            </a:fld>
            <a:endParaRPr lang="en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BF8A1F-23A9-45F2-2F06-778459B0C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6F51D4-0800-D26E-F496-1F2867158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86469-CDB4-2645-AB4F-BBC20445BFE9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743006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B142B8-9B52-C4BD-4E4D-6AFEA64E3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6AEFD-EA4A-DD46-A038-CA94F0CCB1AE}" type="datetimeFigureOut">
              <a:rPr lang="en-TW" smtClean="0"/>
              <a:t>2026/2/23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AB6ABD-FB8F-2E91-619F-75FB464D6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6AD4A7-13F3-71D1-15DB-8E7207F2D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86469-CDB4-2645-AB4F-BBC20445BFE9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382654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5715B-0708-628F-1429-885DFBA5A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F8606-353F-D007-DFAC-B55B8074F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FDC161-B810-D9C7-65F2-80F74D9B8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4F352-14E7-76CC-B1BB-2302B7855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6AEFD-EA4A-DD46-A038-CA94F0CCB1AE}" type="datetimeFigureOut">
              <a:rPr lang="en-TW" smtClean="0"/>
              <a:t>2026/2/23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8B4A66-F58B-1432-1CC6-205FA4F39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E4F0AA-979B-C291-2BFC-B4993976B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86469-CDB4-2645-AB4F-BBC20445BFE9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236831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F0C1F-15CF-0B1E-B949-9B91BAB60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98866A-0A0C-7774-0CA7-844E3433F0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607F33-EBEC-D661-01BA-3B5AF0B8A0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868690-96A9-EE08-0EEB-54B1036C2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6AEFD-EA4A-DD46-A038-CA94F0CCB1AE}" type="datetimeFigureOut">
              <a:rPr lang="en-TW" smtClean="0"/>
              <a:t>2026/2/23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17450A-A53C-6702-8B9B-92CE5E8D6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0EA3A5-0523-DF58-94AF-66461635A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86469-CDB4-2645-AB4F-BBC20445BFE9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03501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1EFEF-A117-4FA4-843E-D8C23B553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E432D2-B6C5-F5F0-10A1-3923532CE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C6AA1-6BD2-1452-0594-FFF155E87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6AEFD-EA4A-DD46-A038-CA94F0CCB1AE}" type="datetimeFigureOut">
              <a:rPr lang="en-TW" smtClean="0"/>
              <a:t>2026/2/23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B4830-3F29-8540-A701-E3A465AAB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08CD6-0B42-BB72-3002-EA6AEE6B2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86469-CDB4-2645-AB4F-BBC20445BFE9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162993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CC5EAE-54C5-C418-9077-F60BA1EA52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3381CA-9092-BBBA-A352-5EFA156488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E598F-E3A3-10CB-BEB4-0CEE72AA6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6AEFD-EA4A-DD46-A038-CA94F0CCB1AE}" type="datetimeFigureOut">
              <a:rPr lang="en-TW" smtClean="0"/>
              <a:t>2026/2/23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02CED-ADF6-46A5-C8B8-D26182919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EC191-237A-2945-D558-DB6A15F10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86469-CDB4-2645-AB4F-BBC20445BFE9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197341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808B90-1BAA-5047-B2D0-BF410D8C0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E98EE4-C9FD-8F3F-F811-24EA2BCB5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26FBF-7655-4F96-A8B3-79FAE76D24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C6AEFD-EA4A-DD46-A038-CA94F0CCB1AE}" type="datetimeFigureOut">
              <a:rPr lang="en-TW" smtClean="0"/>
              <a:t>2026/2/23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69D85-4CC1-7B0E-9C26-940E7F9FD8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F5B3E-C14C-B6E0-0959-B4DCF8650D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A86469-CDB4-2645-AB4F-BBC20445BFE9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46696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ano Keyboard Keys Svg. Vector Cut File for Cricut, Silhouette, Pdf Png  Eps Dxf, Decal, Sticker, Vinyl, Pin - Etsy Canada">
            <a:extLst>
              <a:ext uri="{FF2B5EF4-FFF2-40B4-BE49-F238E27FC236}">
                <a16:creationId xmlns:a16="http://schemas.microsoft.com/office/drawing/2014/main" id="{551F481D-F2BC-6961-7CD6-76BFC8283F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 bwMode="auto">
          <a:xfrm>
            <a:off x="1939925" y="4022125"/>
            <a:ext cx="831215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DCB235-15B5-7A22-0027-59903585C16A}"/>
              </a:ext>
            </a:extLst>
          </p:cNvPr>
          <p:cNvCxnSpPr/>
          <p:nvPr/>
        </p:nvCxnSpPr>
        <p:spPr>
          <a:xfrm>
            <a:off x="3911065" y="456295"/>
            <a:ext cx="0" cy="413951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26F11EF-3C4D-D26A-A0C2-3B5011E2A481}"/>
              </a:ext>
            </a:extLst>
          </p:cNvPr>
          <p:cNvCxnSpPr/>
          <p:nvPr/>
        </p:nvCxnSpPr>
        <p:spPr>
          <a:xfrm>
            <a:off x="4903524" y="456295"/>
            <a:ext cx="0" cy="413951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08B2F92-1C9D-A69F-643B-6D7A4F991A1D}"/>
              </a:ext>
            </a:extLst>
          </p:cNvPr>
          <p:cNvCxnSpPr/>
          <p:nvPr/>
        </p:nvCxnSpPr>
        <p:spPr>
          <a:xfrm>
            <a:off x="5762168" y="456295"/>
            <a:ext cx="0" cy="413951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8449BC-984B-9C1D-BB39-5C013003A0C2}"/>
              </a:ext>
            </a:extLst>
          </p:cNvPr>
          <p:cNvCxnSpPr/>
          <p:nvPr/>
        </p:nvCxnSpPr>
        <p:spPr>
          <a:xfrm>
            <a:off x="6910744" y="456295"/>
            <a:ext cx="0" cy="413951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D49507-337D-1539-6006-8D32C4B84739}"/>
              </a:ext>
            </a:extLst>
          </p:cNvPr>
          <p:cNvCxnSpPr/>
          <p:nvPr/>
        </p:nvCxnSpPr>
        <p:spPr>
          <a:xfrm>
            <a:off x="7234129" y="456295"/>
            <a:ext cx="0" cy="413951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8DE3741-1080-3DE2-2AF7-EF0CB4CC51A9}"/>
              </a:ext>
            </a:extLst>
          </p:cNvPr>
          <p:cNvCxnSpPr/>
          <p:nvPr/>
        </p:nvCxnSpPr>
        <p:spPr>
          <a:xfrm>
            <a:off x="7579817" y="456295"/>
            <a:ext cx="0" cy="413951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705064-96F0-F4B7-7882-23FF07956518}"/>
              </a:ext>
            </a:extLst>
          </p:cNvPr>
          <p:cNvCxnSpPr/>
          <p:nvPr/>
        </p:nvCxnSpPr>
        <p:spPr>
          <a:xfrm>
            <a:off x="3197387" y="456295"/>
            <a:ext cx="0" cy="413951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90E021B0-1F85-B371-C27C-0FF41CEC48E6}"/>
              </a:ext>
            </a:extLst>
          </p:cNvPr>
          <p:cNvSpPr/>
          <p:nvPr/>
        </p:nvSpPr>
        <p:spPr>
          <a:xfrm>
            <a:off x="3089911" y="1055296"/>
            <a:ext cx="223025" cy="22302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E87CA98-B716-1C6B-3A42-D173C3151C6C}"/>
              </a:ext>
            </a:extLst>
          </p:cNvPr>
          <p:cNvSpPr/>
          <p:nvPr/>
        </p:nvSpPr>
        <p:spPr>
          <a:xfrm>
            <a:off x="3089911" y="2661071"/>
            <a:ext cx="223025" cy="22302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66B76AC-ABE6-1647-30F9-238799760E47}"/>
              </a:ext>
            </a:extLst>
          </p:cNvPr>
          <p:cNvSpPr/>
          <p:nvPr/>
        </p:nvSpPr>
        <p:spPr>
          <a:xfrm>
            <a:off x="3089911" y="3731589"/>
            <a:ext cx="223025" cy="22302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D8A8010-BDF6-A809-9796-4F7A02B9477E}"/>
              </a:ext>
            </a:extLst>
          </p:cNvPr>
          <p:cNvSpPr/>
          <p:nvPr/>
        </p:nvSpPr>
        <p:spPr>
          <a:xfrm>
            <a:off x="6792116" y="1055296"/>
            <a:ext cx="223025" cy="22302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EF21C05-A587-3624-34E0-CED5E80878F7}"/>
              </a:ext>
            </a:extLst>
          </p:cNvPr>
          <p:cNvSpPr/>
          <p:nvPr/>
        </p:nvSpPr>
        <p:spPr>
          <a:xfrm>
            <a:off x="7126652" y="1590554"/>
            <a:ext cx="223025" cy="22302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FB91461-EB96-8F58-6487-5F8DF163696A}"/>
              </a:ext>
            </a:extLst>
          </p:cNvPr>
          <p:cNvSpPr/>
          <p:nvPr/>
        </p:nvSpPr>
        <p:spPr>
          <a:xfrm>
            <a:off x="7461189" y="2125812"/>
            <a:ext cx="223025" cy="22302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4EEAB0F-9140-CBA7-5514-8D8A486FC9D8}"/>
              </a:ext>
            </a:extLst>
          </p:cNvPr>
          <p:cNvSpPr/>
          <p:nvPr/>
        </p:nvSpPr>
        <p:spPr>
          <a:xfrm>
            <a:off x="7126652" y="2661071"/>
            <a:ext cx="223025" cy="22302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6947A31-6B27-C078-9959-CA6BEFECD60D}"/>
              </a:ext>
            </a:extLst>
          </p:cNvPr>
          <p:cNvSpPr/>
          <p:nvPr/>
        </p:nvSpPr>
        <p:spPr>
          <a:xfrm>
            <a:off x="7461189" y="3731589"/>
            <a:ext cx="223025" cy="22302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73C1023-E927-8B4D-987D-DFB671DB2328}"/>
              </a:ext>
            </a:extLst>
          </p:cNvPr>
          <p:cNvSpPr/>
          <p:nvPr/>
        </p:nvSpPr>
        <p:spPr>
          <a:xfrm>
            <a:off x="4796047" y="2661071"/>
            <a:ext cx="223025" cy="22302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7559CC3-3A19-05C1-3D1B-4A009F8D131F}"/>
              </a:ext>
            </a:extLst>
          </p:cNvPr>
          <p:cNvSpPr/>
          <p:nvPr/>
        </p:nvSpPr>
        <p:spPr>
          <a:xfrm>
            <a:off x="4796048" y="3731589"/>
            <a:ext cx="223025" cy="22302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6B7F343-5A39-A810-102A-4262862AE39F}"/>
              </a:ext>
            </a:extLst>
          </p:cNvPr>
          <p:cNvCxnSpPr/>
          <p:nvPr/>
        </p:nvCxnSpPr>
        <p:spPr>
          <a:xfrm>
            <a:off x="8650334" y="456295"/>
            <a:ext cx="0" cy="413951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945F053-E220-F545-1292-40F0DDCD3FC2}"/>
              </a:ext>
            </a:extLst>
          </p:cNvPr>
          <p:cNvCxnSpPr/>
          <p:nvPr/>
        </p:nvCxnSpPr>
        <p:spPr>
          <a:xfrm>
            <a:off x="9252500" y="456295"/>
            <a:ext cx="0" cy="413951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20A4E234-EA0E-577A-3200-63BB732661E5}"/>
              </a:ext>
            </a:extLst>
          </p:cNvPr>
          <p:cNvSpPr/>
          <p:nvPr/>
        </p:nvSpPr>
        <p:spPr>
          <a:xfrm>
            <a:off x="9145024" y="4266848"/>
            <a:ext cx="223025" cy="22302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BFE37C9-A1DC-4AC5-F765-B7DCEF3B3251}"/>
              </a:ext>
            </a:extLst>
          </p:cNvPr>
          <p:cNvSpPr/>
          <p:nvPr/>
        </p:nvSpPr>
        <p:spPr>
          <a:xfrm>
            <a:off x="8542856" y="3229783"/>
            <a:ext cx="223025" cy="22302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2767501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</dc:creator>
  <cp:lastModifiedBy>O365</cp:lastModifiedBy>
  <cp:revision>1</cp:revision>
  <dcterms:created xsi:type="dcterms:W3CDTF">2026-02-23T06:36:33Z</dcterms:created>
  <dcterms:modified xsi:type="dcterms:W3CDTF">2026-02-23T07:00:08Z</dcterms:modified>
</cp:coreProperties>
</file>